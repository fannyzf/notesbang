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presentation prep is slow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Most speakers only draft notes the night before.</a:t>
            </a:r>
          </a:p>
          <a:p>
            <a:r>
              <a:t>- Style and timing are inconsistent across decks.</a:t>
            </a:r>
          </a:p>
          <a:p>
            <a:r>
              <a:t>- There is rarely time to practice the full talk.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NotesBang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Upload the deck; notes are written per slide.</a:t>
            </a:r>
          </a:p>
          <a:p>
            <a:r>
              <a:t>- Matched to your pace and target duration.</a:t>
            </a:r>
          </a:p>
          <a:p>
            <a:r>
              <a:t>- Full script or cue cards, then export to 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